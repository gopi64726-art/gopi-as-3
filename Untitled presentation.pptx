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584537b00fa3c5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584537b00fa3c5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584537b00fa3c5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584537b00fa3c5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5584537b00fa3c5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5584537b00fa3c5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5584537b00fa3c5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5584537b00fa3c5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5584537b00fa3c5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5584537b00fa3c5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5584537b00fa3c5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5584537b00fa3c5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584537b00fa3c5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584537b00fa3c5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5584537b00fa3c5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5584537b00fa3c5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5584537b00fa3c5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5584537b00fa3c5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